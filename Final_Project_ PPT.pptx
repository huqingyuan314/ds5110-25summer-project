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4ae19f78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4ae19f78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839307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839307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38393073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38393073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38393073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3839307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2aaa810a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2aaa810a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38393073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38393073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5101c2ff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5101c2f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5101c2ff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5101c2ff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84b79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284b79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5101c2ff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5101c2ff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84b791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284b791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38393073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38393073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5101c2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5101c2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5101c2ff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5101c2f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5101c2f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45101c2f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4c25ace76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4c25ace7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8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Safety Dashboard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latin typeface="Calibri"/>
                <a:ea typeface="Calibri"/>
                <a:cs typeface="Calibri"/>
                <a:sym typeface="Calibri"/>
              </a:rPr>
              <a:t>Qingyuan Hu, Yunmu Shu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29450" y="2263950"/>
            <a:ext cx="80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>
                <a:latin typeface="Calibri"/>
                <a:ea typeface="Calibri"/>
                <a:cs typeface="Calibri"/>
                <a:sym typeface="Calibri"/>
              </a:rPr>
              <a:t>DS 5110 Summer 2025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9758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 a dashboard for monitoring industrial accident trends.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Visualize patterns in accident frequency, causes, and severity.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 interactive data exploration by time and category.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&amp; Motivation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9758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Traditional reports and tables are ineffective for understanding complex safety data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Industrial accident datasets are large, categorical, and contain free-text descriptions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dynamic, interactive dashboard can improve risk analysis and decision-making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9758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Kaggle – Industrial Safety and Health Analytics Database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Around 36,000 accident records from 12 plants in 3 countries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Fields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Timestamps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Categorical attributes (industry, country, accident level, role)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Free-text descriptions (used for word cloud)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Techniques Used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9758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Plotly Dash for dashboard UI &amp; layout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WordCloud for text mining visualization and NLP on free-text descriptions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PySpark SQL for data transformation and filtering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 for monthly accident prediction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Complexity Estimation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1953425"/>
            <a:ext cx="79758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Preprocessing: O(n)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WordCloud generation: O(n * m) (n = records, m = avg word count)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 Training: O(n log n)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Pandas DataFrame (in Dash)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PySpark DataFrame (initial filtering)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Dictionaries / lists (for plotting)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project timeline.png"/>
          <p:cNvPicPr preferRelativeResize="0"/>
          <p:nvPr/>
        </p:nvPicPr>
        <p:blipFill rotWithShape="1">
          <a:blip r:embed="rId3">
            <a:alphaModFix/>
          </a:blip>
          <a:srcRect b="1195" l="0" r="970" t="0"/>
          <a:stretch/>
        </p:blipFill>
        <p:spPr>
          <a:xfrm>
            <a:off x="1672075" y="1141125"/>
            <a:ext cx="6144469" cy="338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1359863" y="4583625"/>
            <a:ext cx="6768900" cy="4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Break down to weekly  tasks (About 4 hours / week)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2074034" y="1970903"/>
            <a:ext cx="5486100" cy="0"/>
          </a:xfrm>
          <a:prstGeom prst="straightConnector1">
            <a:avLst/>
          </a:prstGeom>
          <a:noFill/>
          <a:ln cap="flat" cmpd="sng" w="10075">
            <a:solidFill>
              <a:srgbClr val="EB560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/>
          <p:nvPr/>
        </p:nvCxnSpPr>
        <p:spPr>
          <a:xfrm>
            <a:off x="2065140" y="2717647"/>
            <a:ext cx="5495100" cy="0"/>
          </a:xfrm>
          <a:prstGeom prst="straightConnector1">
            <a:avLst/>
          </a:prstGeom>
          <a:noFill/>
          <a:ln cap="flat" cmpd="sng" w="10075">
            <a:solidFill>
              <a:srgbClr val="EB560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2065140" y="3464392"/>
            <a:ext cx="5495100" cy="0"/>
          </a:xfrm>
          <a:prstGeom prst="straightConnector1">
            <a:avLst/>
          </a:prstGeom>
          <a:noFill/>
          <a:ln cap="flat" cmpd="sng" w="10075">
            <a:solidFill>
              <a:srgbClr val="EB560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 and Results - </a:t>
            </a: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Dashboard </a:t>
            </a: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0" title="smartgrid-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0250" y="1342963"/>
            <a:ext cx="2174440" cy="336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title="industrialsafety-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3300" y="1342963"/>
            <a:ext cx="2491648" cy="3366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3442950" y="4709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latin typeface="Calibri"/>
                <a:ea typeface="Calibri"/>
                <a:cs typeface="Calibri"/>
                <a:sym typeface="Calibri"/>
              </a:rPr>
              <a:t>"Smart-Grid" Dashboard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6036925" y="4709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latin typeface="Calibri"/>
                <a:ea typeface="Calibri"/>
                <a:cs typeface="Calibri"/>
                <a:sym typeface="Calibri"/>
              </a:rPr>
              <a:t>"Industrial-Safety" Dashboard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94250" y="1214900"/>
            <a:ext cx="3111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zh-CN" sz="2000"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1" lang="zh-CN" sz="20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latin typeface="Calibri"/>
                <a:ea typeface="Calibri"/>
                <a:cs typeface="Calibri"/>
                <a:sym typeface="Calibri"/>
              </a:rPr>
              <a:t>• Year / Month / Day dropdown filters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latin typeface="Calibri"/>
                <a:ea typeface="Calibri"/>
                <a:cs typeface="Calibri"/>
                <a:sym typeface="Calibri"/>
              </a:rPr>
              <a:t>• Original data table on the bottom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zh-CN" sz="2000">
                <a:latin typeface="Calibri"/>
                <a:ea typeface="Calibri"/>
                <a:cs typeface="Calibri"/>
                <a:sym typeface="Calibri"/>
              </a:rPr>
              <a:t>“Smart-Grid”: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latin typeface="Calibri"/>
                <a:ea typeface="Calibri"/>
                <a:cs typeface="Calibri"/>
                <a:sym typeface="Calibri"/>
              </a:rPr>
              <a:t>• Line graphs to show temporal trends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zh-CN" sz="2000">
                <a:latin typeface="Calibri"/>
                <a:ea typeface="Calibri"/>
                <a:cs typeface="Calibri"/>
                <a:sym typeface="Calibri"/>
              </a:rPr>
              <a:t>"Industrial-Safety":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latin typeface="Calibri"/>
                <a:ea typeface="Calibri"/>
                <a:cs typeface="Calibri"/>
                <a:sym typeface="Calibri"/>
              </a:rPr>
              <a:t>• Pie charts to show percentage distribution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 and Results - </a:t>
            </a: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Accident Forecasting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486500" y="1400575"/>
            <a:ext cx="3273300" cy="3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Forecasts monthly accident counts using historical data.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provides a clear baseline.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can capture non-linear trends better.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1" title="Accident_Forecas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650" y="1400575"/>
            <a:ext cx="4924975" cy="202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650" y="3885150"/>
            <a:ext cx="4924975" cy="84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29450" y="5479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 (1)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729450" y="1350075"/>
            <a:ext cx="79758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Implications of Findings: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Interactive dashboards effectively communicate complex, multi-dimensional insights from both datasets.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Explore features and categorical/textual visualizations enhance user understanding and decision-making.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Word cloud analysis highlights recurring risk factors, offering actionable input for safety training initiatives.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Forecasting results suggest even simple models can support trend-aware, proactive planning.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9450" y="5479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 (2)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729450" y="1350075"/>
            <a:ext cx="79758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Limitations: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The industrial safety dataset lacks sensor-based features, limiting the performance of predictive models.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Smart grid dashboard is built on static data; real-time streaming is not implemented.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Dashboard UI is optimized for desktops; mobile responsiveness remains an area for enhancement.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573075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29450" y="1475750"/>
            <a:ext cx="76887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erformed thorough data preprocessing to ensure data quality, consistency, and readiness.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a functional, interactive industrial data visualization dashboard.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Enabled exploration of grid and accident records by date and cause.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Framework can scale to real-time industrial monitoring.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729450" y="564725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729450" y="1567875"/>
            <a:ext cx="57636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real-time data streaming or service integration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(e.g., scipy.signal, WebSocket, Kafka).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 app via cloud (Heroku, AWS, etc.).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zh-C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Incorporate extensive machine learning for KPI and risk prediction.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2325" y="1864300"/>
            <a:ext cx="1104100" cy="47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6675" y="1890017"/>
            <a:ext cx="1104099" cy="427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3038" y="2638762"/>
            <a:ext cx="756526" cy="8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7800" y="2923524"/>
            <a:ext cx="620350" cy="3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4500" y="3833125"/>
            <a:ext cx="533626" cy="53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 (1)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729450" y="1308650"/>
            <a:ext cx="8134200" cy="3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https://www.finereport.com/en/data-visualization/data-visualization-dashboard.html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https://envelio.com/smart-grid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https://btsconsultant.com/courseDetails/1546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Ma, Ruofei, et al. "Smart grid communication: Its challenges and opportunities." IEEE transactions on Smart Grid 4.1 (2013): 36-46.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Fang, Xi, et al. "Smart grid—The new and improved power grid: A survey." IEEE communications surveys &amp; tutorials 14.4 (2011): 944-980.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Rathor, Ketan, et al. "A Detailed View on Industrial Safety and Health Analytics using Machine Learning Hybrid Ensemble Techniques." 2022 International Conference on Edge Computing and Applications (ICECAA). IEEE, 2022. 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 (2)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729450" y="1308650"/>
            <a:ext cx="8134200" cy="3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Few, Stephen. "Information dashboard design." (2006).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Tokola, Henri, et al. "Designing manufacturing dashboards on the basis of a Key Performance Indicator survey." Procedia Cirp 57 (2016): 619-624.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Gungor, Vehbi C., and Frank C. Lambert. "A survey on communication networks for electric system automation." Computer Networks 50.7 (2006): 877-897.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Fadlullah, Zubair Md, et al. "Toward intelligent machine-to-machine communications in smart grid." IEEE Communications Magazine 49.4 (2011): 60-65.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Zhong, Ray Y., et al. "Intelligent manufacturing in the context of industry 4.0: a review." Engineering 3.5 (2017): 616-630. 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9450" y="589850"/>
            <a:ext cx="7688700" cy="7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zh-C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 (3)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729450" y="1308650"/>
            <a:ext cx="8134200" cy="3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Wang, Jinjiang, et al. "Deep learning for smart manufacturing: Methods and applications." Journal of manufacturing systems 48 (2018): 144-156.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https://www.kaggle.com/datasets/ziya07/smart-grid-real-time-load-monitoring-dataset/data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https://www.kaggle.com/datasets/ihmstefanini/industrial-safety-and-health-analytics-database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729450" y="1318650"/>
            <a:ext cx="7801200" cy="25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